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howGuides="1">
      <p:cViewPr varScale="1">
        <p:scale>
          <a:sx n="90" d="100"/>
          <a:sy n="90" d="100"/>
        </p:scale>
        <p:origin x="23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5249F-65E6-1674-3F0A-40F65463D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A0609D-D3EA-983D-CED9-9E92119C2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4FD0B-B4C4-A3D6-A0CA-C52D933D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7556A-9EC5-F8F7-0CE8-3C106AC33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D037C-CF03-C799-FFA7-FA016CC6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4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303D0-E7D3-7B3B-8F7F-AEAD38799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02BB4-2888-5828-94AA-2592834E2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97E2F-BCFE-3B6F-B156-DCB8B1AD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DC796-A350-0322-A878-D84025FB0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8CD75-0021-F563-5CB4-6C803944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23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1E29-BA29-969D-8098-BD134666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18BC-3FB9-AF12-F8E8-0D60104B2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EF7B6-B325-235C-2DFF-DE336657E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CA039-6DE8-EA77-6E8B-2F1E50099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FD740-85D4-632A-A609-0B619AC61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936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12FD8-3F27-1BDE-FBF3-B590CD8EF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35654-939D-D102-FDE4-1EC90A49A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DDED6-2751-DA53-8900-C13F8CE04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7F311-07D4-E1BE-0194-75CDBA918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D1FEF-5D80-2C20-8C41-A191770A7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B20CD-A24F-FB37-D3C4-EEBB9E9E4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735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11067-3E9F-DA26-A6B9-A16BB3231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68608-4E46-8761-A22E-EC47B52C8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8F1B8-CAAB-A4D0-B89D-22541E5C4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1023BA-B279-E198-EA23-7A641BE85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EDE024-15E2-F6B9-654C-6B5FDF5E2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FD370F-4606-6F47-5914-8C7FADCA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3583DE-0F90-AA8A-CDA6-1A07CEA54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AF72B-D12E-151F-7B16-5FD1B9DD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3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680-49E8-D8C1-DC42-FE7B0F612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912EC4-4AD6-E64C-C50E-04F2468F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A90BF-CD4D-6B86-D860-477D054E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FD869-75F9-E9E0-714A-560DFBBD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79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9723FF-A2FF-1862-D2D8-6AD9BE039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E657E-62C7-0215-F1A5-6279D09A4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E7012-BDA4-928F-FE20-F212E001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198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2732-99F2-EEBB-CF8A-176788C4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FAEA9-ACE0-0E8F-E3B8-406DA2A04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0E7151-C69D-9C5F-DE4A-9FBE50B89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D00CA7-503B-E2AE-B603-ADFBC887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2E64B-7478-9D0D-C809-76684BFC8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14AA6-2AF2-0A79-68F0-A530D0A6E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6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85EB1-B512-BE6B-7811-CDCC5904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94F57-42C4-1E69-5D53-0175F479E3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BAFF8-E2CB-8188-9517-B37F0E712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0B2F7-DA19-1D05-8DB8-E9AB9F18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17A6B-1172-2698-A760-AB579581E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8C0BC-2AE4-6E90-F178-468F6BDF8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80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DA19-6120-5CDF-9CA6-2AE0DF92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FE8D8-0145-D17B-3EC4-E6B0BD60D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B9628-2ECA-3B51-B509-ECF1A98C1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D64A6-6C68-7F23-A302-F9D479DB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E4570-DA3D-F35C-6D51-AC898071C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074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F6CF88-5007-2CDE-9839-F2570FCD7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EC248-EDE6-7712-55C4-C85A113AF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9CDC6-6BBD-8419-3E9E-15FDC7352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061C0-39AA-3A6A-C82A-DD3773D51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B632C-26C7-0167-8B1C-34CAC675C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869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7D5DD9-ADD4-95D9-42F4-78AA45B4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BCFD0-9CE4-BA9B-671F-9E3B5470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D2BB5-0449-0502-669A-20E3DD6C79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0BC8B-56A5-3C4F-83B4-5610B2F4FFC1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B531E-5BA9-A1AA-41C4-15415964D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97BFE-B3D4-1E28-6D28-F22174027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070C2-7BBE-D846-9FD9-159506B4F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90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FBE4EE4-920D-B0EF-17F0-BEEC90D7FF03}"/>
              </a:ext>
            </a:extLst>
          </p:cNvPr>
          <p:cNvSpPr/>
          <p:nvPr/>
        </p:nvSpPr>
        <p:spPr>
          <a:xfrm>
            <a:off x="10678509" y="152392"/>
            <a:ext cx="1313793" cy="12336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1882C8-22E1-5EC0-5530-7E2D84750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55" y="3429000"/>
            <a:ext cx="5286704" cy="3007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00C86A-6E4E-2389-896B-B214FFEBB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227287"/>
            <a:ext cx="4403834" cy="29822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5ACA13-5F2C-0D6A-E644-99F7C56B68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13" y="3604523"/>
            <a:ext cx="5286704" cy="26564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45AEBE-78C9-4631-697B-692BBE6BC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813" y="152392"/>
            <a:ext cx="5286704" cy="281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3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14AE3D-B9E4-05DE-B0C8-9A432B040F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44"/>
          <a:stretch/>
        </p:blipFill>
        <p:spPr>
          <a:xfrm>
            <a:off x="-172416" y="588579"/>
            <a:ext cx="11199777" cy="59173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021E11-964A-1489-6AB0-E818F1A317C4}"/>
              </a:ext>
            </a:extLst>
          </p:cNvPr>
          <p:cNvSpPr/>
          <p:nvPr/>
        </p:nvSpPr>
        <p:spPr>
          <a:xfrm>
            <a:off x="21020" y="2065275"/>
            <a:ext cx="3094292" cy="2012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MY SERVICES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1AD811-4940-66EE-974B-B02CA34F6157}"/>
              </a:ext>
            </a:extLst>
          </p:cNvPr>
          <p:cNvSpPr/>
          <p:nvPr/>
        </p:nvSpPr>
        <p:spPr>
          <a:xfrm>
            <a:off x="21020" y="4183108"/>
            <a:ext cx="3094292" cy="2012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LEARNING CENTER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119231-8F9D-89B6-FE92-920206AFB4C2}"/>
              </a:ext>
            </a:extLst>
          </p:cNvPr>
          <p:cNvSpPr/>
          <p:nvPr/>
        </p:nvSpPr>
        <p:spPr>
          <a:xfrm>
            <a:off x="3253263" y="2065272"/>
            <a:ext cx="3094292" cy="2012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33349-4981-0253-6098-C39A62AFD98E}"/>
              </a:ext>
            </a:extLst>
          </p:cNvPr>
          <p:cNvSpPr/>
          <p:nvPr/>
        </p:nvSpPr>
        <p:spPr>
          <a:xfrm>
            <a:off x="3249322" y="4183107"/>
            <a:ext cx="3094292" cy="2012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Client Details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67A2F9-36D9-AA6C-149A-67430042701C}"/>
              </a:ext>
            </a:extLst>
          </p:cNvPr>
          <p:cNvSpPr/>
          <p:nvPr/>
        </p:nvSpPr>
        <p:spPr>
          <a:xfrm>
            <a:off x="6383129" y="2065271"/>
            <a:ext cx="3094292" cy="2012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Articles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59A29F-C88D-C047-9FF5-23875CC55111}"/>
              </a:ext>
            </a:extLst>
          </p:cNvPr>
          <p:cNvSpPr/>
          <p:nvPr/>
        </p:nvSpPr>
        <p:spPr>
          <a:xfrm>
            <a:off x="6400710" y="4183105"/>
            <a:ext cx="3094292" cy="20127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Eventss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EEE435-822E-99AF-5B18-979A4819E3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812" b="22188"/>
          <a:stretch/>
        </p:blipFill>
        <p:spPr>
          <a:xfrm>
            <a:off x="9773234" y="1328580"/>
            <a:ext cx="2105247" cy="473197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B1094C-AF24-EB1D-23FC-F15A9B4295F5}"/>
              </a:ext>
            </a:extLst>
          </p:cNvPr>
          <p:cNvSpPr/>
          <p:nvPr/>
        </p:nvSpPr>
        <p:spPr>
          <a:xfrm>
            <a:off x="9978821" y="3592279"/>
            <a:ext cx="1694068" cy="391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E13FB2-CBB7-858C-A952-720007B03A35}"/>
              </a:ext>
            </a:extLst>
          </p:cNvPr>
          <p:cNvSpPr/>
          <p:nvPr/>
        </p:nvSpPr>
        <p:spPr>
          <a:xfrm>
            <a:off x="9978818" y="4056040"/>
            <a:ext cx="1694071" cy="391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Email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A6659-0CDF-119C-FC18-899478880F4F}"/>
              </a:ext>
            </a:extLst>
          </p:cNvPr>
          <p:cNvSpPr/>
          <p:nvPr/>
        </p:nvSpPr>
        <p:spPr>
          <a:xfrm>
            <a:off x="9978818" y="4519801"/>
            <a:ext cx="1694071" cy="391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Messages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337741-08B8-2638-D41E-69B8DB1EC3CC}"/>
              </a:ext>
            </a:extLst>
          </p:cNvPr>
          <p:cNvSpPr/>
          <p:nvPr/>
        </p:nvSpPr>
        <p:spPr>
          <a:xfrm>
            <a:off x="9946420" y="4956222"/>
            <a:ext cx="1694071" cy="391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Calendar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83579B-1B36-93E9-5ED2-5D51B63B0CF0}"/>
              </a:ext>
            </a:extLst>
          </p:cNvPr>
          <p:cNvSpPr/>
          <p:nvPr/>
        </p:nvSpPr>
        <p:spPr>
          <a:xfrm>
            <a:off x="9938971" y="5406555"/>
            <a:ext cx="1694071" cy="391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Social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E5D33C-CD6B-6ADD-DAA2-EA9D53F1EB60}"/>
              </a:ext>
            </a:extLst>
          </p:cNvPr>
          <p:cNvSpPr/>
          <p:nvPr/>
        </p:nvSpPr>
        <p:spPr>
          <a:xfrm>
            <a:off x="9946420" y="5856404"/>
            <a:ext cx="1694071" cy="391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Voicemail</a:t>
            </a:r>
          </a:p>
        </p:txBody>
      </p:sp>
    </p:spTree>
    <p:extLst>
      <p:ext uri="{BB962C8B-B14F-4D97-AF65-F5344CB8AC3E}">
        <p14:creationId xmlns:p14="http://schemas.microsoft.com/office/powerpoint/2010/main" val="3175384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9E3434-258E-47C4-B418-728C8FD24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836" y="193368"/>
            <a:ext cx="11261651" cy="70039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2DB972-2594-D6C3-7204-0B2C2CBFBC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01"/>
          <a:stretch/>
        </p:blipFill>
        <p:spPr>
          <a:xfrm>
            <a:off x="721241" y="457198"/>
            <a:ext cx="10868245" cy="769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897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16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Shine</dc:creator>
  <cp:lastModifiedBy>John Shine</cp:lastModifiedBy>
  <cp:revision>2</cp:revision>
  <dcterms:created xsi:type="dcterms:W3CDTF">2026-01-15T01:37:43Z</dcterms:created>
  <dcterms:modified xsi:type="dcterms:W3CDTF">2026-01-16T15:48:33Z</dcterms:modified>
</cp:coreProperties>
</file>